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gs/tag1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20" autoAdjust="0"/>
  </p:normalViewPr>
  <p:slideViewPr>
    <p:cSldViewPr>
      <p:cViewPr varScale="1">
        <p:scale>
          <a:sx n="73" d="100"/>
          <a:sy n="73" d="100"/>
        </p:scale>
        <p:origin x="-17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tags" Target="tags/tag1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Sample PowerPoint File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St.</a:t>
            </a:r>
            <a:r>
              <a:rPr lang="en-US" baseline="0" dirty="0" smtClean="0"/>
              <a:t> Cloud Technical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</a:t>
            </a:r>
            <a:r>
              <a:rPr lang="en-US" baseline="0" dirty="0" smtClean="0"/>
              <a:t> Sample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is</a:t>
            </a:r>
            <a:r>
              <a:rPr lang="en-US" baseline="0" dirty="0" smtClean="0"/>
              <a:t> an outline of bulleted points</a:t>
            </a:r>
          </a:p>
          <a:p>
            <a:r>
              <a:rPr lang="en-US" baseline="0" dirty="0" smtClean="0"/>
              <a:t>You can print out PPT files as handouts using </a:t>
            </a:r>
            <a:r>
              <a:rPr lang="en-US" baseline="0" smtClean="0"/>
              <a:t>the </a:t>
            </a:r>
            <a:br>
              <a:rPr lang="en-US" baseline="0" smtClean="0"/>
            </a:br>
            <a:r>
              <a:rPr lang="en-US" baseline="0" smtClean="0"/>
              <a:t>PRINT &gt; </a:t>
            </a:r>
            <a:br>
              <a:rPr lang="en-US" baseline="0" smtClean="0"/>
            </a:br>
            <a:r>
              <a:rPr lang="en-US" baseline="0" smtClean="0"/>
              <a:t>  PRINT </a:t>
            </a:r>
            <a:r>
              <a:rPr lang="en-US" baseline="0" dirty="0" smtClean="0"/>
              <a:t>WHAT &gt; HANDOUTS</a:t>
            </a:r>
            <a:r>
              <a:rPr lang="en-US" dirty="0" smtClean="0"/>
              <a:t> option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B1DD4F59E1FA48A4A9B6ED01578932" ma:contentTypeVersion="12" ma:contentTypeDescription="Create a new document." ma:contentTypeScope="" ma:versionID="99ba111207155f6e18f7aec1c513a3b0">
  <xsd:schema xmlns:xsd="http://www.w3.org/2001/XMLSchema" xmlns:xs="http://www.w3.org/2001/XMLSchema" xmlns:p="http://schemas.microsoft.com/office/2006/metadata/properties" xmlns:ns2="3986ac4f-196d-467f-b68a-01f627bea3af" xmlns:ns3="7651cbc2-ac8c-480b-ad26-d4a1396571c8" targetNamespace="http://schemas.microsoft.com/office/2006/metadata/properties" ma:root="true" ma:fieldsID="a80fc2350c914634a61b183e4050cdaf" ns2:_="" ns3:_="">
    <xsd:import namespace="3986ac4f-196d-467f-b68a-01f627bea3af"/>
    <xsd:import namespace="7651cbc2-ac8c-480b-ad26-d4a1396571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86ac4f-196d-467f-b68a-01f627bea3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4620bcc-69ab-4c23-83ca-9fc59ef435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51cbc2-ac8c-480b-ad26-d4a1396571c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39c1155-533a-4805-8f80-af7e56fb39b0}" ma:internalName="TaxCatchAll" ma:showField="CatchAllData" ma:web="7651cbc2-ac8c-480b-ad26-d4a1396571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86ac4f-196d-467f-b68a-01f627bea3af">
      <Terms xmlns="http://schemas.microsoft.com/office/infopath/2007/PartnerControls"/>
    </lcf76f155ced4ddcb4097134ff3c332f>
    <TaxCatchAll xmlns="7651cbc2-ac8c-480b-ad26-d4a1396571c8" xsi:nil="true"/>
  </documentManagement>
</p:properties>
</file>

<file path=customXml/itemProps1.xml><?xml version="1.0" encoding="utf-8"?>
<ds:datastoreItem xmlns:ds="http://schemas.openxmlformats.org/officeDocument/2006/customXml" ds:itemID="{7B914C7F-EEB9-4323-82E4-4EACBA42B80D}"/>
</file>

<file path=customXml/itemProps2.xml><?xml version="1.0" encoding="utf-8"?>
<ds:datastoreItem xmlns:ds="http://schemas.openxmlformats.org/officeDocument/2006/customXml" ds:itemID="{2396812F-1F0D-44E4-B903-8EF6A8880326}"/>
</file>

<file path=customXml/itemProps3.xml><?xml version="1.0" encoding="utf-8"?>
<ds:datastoreItem xmlns:ds="http://schemas.openxmlformats.org/officeDocument/2006/customXml" ds:itemID="{17B08676-9110-4CFB-BB36-CCE7D80EDA24}"/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7</TotalTime>
  <Words>30</Words>
  <Application>Microsoft Office PowerPoint</Application>
  <PresentationFormat>On-screen Show 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Central business district design template</vt:lpstr>
      <vt:lpstr>Sample PowerPoint File</vt:lpstr>
      <vt:lpstr>This is a Sample Slide</vt:lpstr>
    </vt:vector>
  </TitlesOfParts>
  <Company>SCTC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James Falkofske</cp:lastModifiedBy>
  <cp:revision>2</cp:revision>
  <dcterms:created xsi:type="dcterms:W3CDTF">2009-05-06T22:06:09Z</dcterms:created>
  <dcterms:modified xsi:type="dcterms:W3CDTF">2009-05-06T22:13:30Z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0x01010078B1DD4F59E1FA48A4A9B6ED01578932</vt:lpwstr>
  </property>
</Properties>
</file>